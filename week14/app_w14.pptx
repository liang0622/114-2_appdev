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-2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7C61B7-BC95-67DB-FA72-02574F8AD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09E923C-FB11-CD88-3074-D13716D9E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534D47-8113-B3A6-6CAE-7F0A2C63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1911-3931-4E80-94FC-8F8AA08FBBBB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A89ED9-BBF0-FBA0-3DCF-84496742A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A34A601-D88D-F8A7-B19A-F373BEC45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1E93F-623B-41B8-8CD5-9DFE92A420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3032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4E3480-EF8A-5AA9-9606-65A09404A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AA97F5-56DF-C347-AE19-DD5B8703F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7AAA92-E084-A539-808F-64D53D88F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1911-3931-4E80-94FC-8F8AA08FBBBB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70A625-FD20-1AE8-7951-75F4D944E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50666B0-5B16-754F-1615-DAC63156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1E93F-623B-41B8-8CD5-9DFE92A420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253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18BC6E-6F5B-E6EA-1EC2-41435356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9910136-7F09-FF0D-C41C-5FA2B27FA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D8FA78-6F89-BB45-2BE6-788106E19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1911-3931-4E80-94FC-8F8AA08FBBBB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C2A275-3DF4-DE13-A7B8-66D4684D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3903F5-5183-B360-ADE0-5B7A2955B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1E93F-623B-41B8-8CD5-9DFE92A420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85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F82EED-979A-F1E7-5166-5442CB0A4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872D90-EB70-1E93-A006-59408A911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20ED4C3-20B3-FC88-51A4-C5AD2281B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995245-5111-A90C-C804-C403CC468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1911-3931-4E80-94FC-8F8AA08FBBBB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B0B774A-4E22-4615-4CB2-A8342AFF1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19DFD7-A1F5-C914-F6F5-D437FCC56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1E93F-623B-41B8-8CD5-9DFE92A420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4455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E40D0C-569A-3484-D62F-05AD90746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36A131A-1313-4E37-5289-586BAA409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7947B7-BF60-A9CA-BD68-5CC7F7FA3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18C3A54-6F8A-0BDA-B46D-18902C64A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8E94956-7559-C836-1DD2-CA87824FF6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EED3F25-B94F-1DCD-F0DB-1DFBEDBAF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1911-3931-4E80-94FC-8F8AA08FBBBB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D6420D7-7EE5-A89A-57F0-DABF1E3C9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315DE60-F527-52E9-27BF-130BFE7BA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1E93F-623B-41B8-8CD5-9DFE92A420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0763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E59215-9DE4-B7FF-16D2-EB4EC152C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8DC1F09-09BD-B014-538B-90096C91E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1911-3931-4E80-94FC-8F8AA08FBBBB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ED8ECAD-53B9-CA7D-2BDE-237F51B18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4A9E827-961D-27C0-81B1-8A79ADEB5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1E93F-623B-41B8-8CD5-9DFE92A420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4621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0AE894F-1CD0-10AC-43FC-2F1C27DE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1911-3931-4E80-94FC-8F8AA08FBBBB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21A9C85-1E06-04F1-BD29-84E67E936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D8420A-FB88-A734-7B04-AE445D90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1E93F-623B-41B8-8CD5-9DFE92A420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5772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0942CE-D43F-79A4-8344-7B851E220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4EA589-A219-680C-AE78-C1F55D3C6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2E4FA96-FC13-A0CD-0E70-559902D08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AC089D-93F8-47B6-215A-D39FCCE7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1911-3931-4E80-94FC-8F8AA08FBBBB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B8138B0-E0CD-CD64-EFBA-A6F5B71AA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1DC2C69-7A30-9ED1-D709-E6294A803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1E93F-623B-41B8-8CD5-9DFE92A420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739088-F956-944D-4354-E082BB0A1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E7C2C5F-8313-2100-E0D3-6ADC67ABB9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2E7ED40-E666-58FA-F76F-6A2039024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EF8385-1723-4A75-5B67-3E1678EE9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1911-3931-4E80-94FC-8F8AA08FBBBB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C310119-4FC2-0440-793D-27BF00D0F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C2442E-1C2B-C694-21C9-BFD6B14DC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1E93F-623B-41B8-8CD5-9DFE92A420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3279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2A8EE8-74E0-7C59-6A6E-20CF1E96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E23D05A-E73C-FB2D-8DFD-E41C6C659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C4FAB3-7FDA-50E2-2F8E-474AB0655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1911-3931-4E80-94FC-8F8AA08FBBBB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F25511-3944-864B-D04F-DD1384743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A17904-2B7E-B1AE-6C84-903304DFE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1E93F-623B-41B8-8CD5-9DFE92A420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948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1F111E5-2F26-21F4-1A9F-F200E94C78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6E3E2E-1236-1E7E-9ADA-EE1E132B3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75E8FA-8338-1F0E-F4CE-FA338A3F8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1911-3931-4E80-94FC-8F8AA08FBBBB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3A8009-0747-B899-6428-239E7540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D840FD-EBEA-0FE7-0C4D-2C284DE2B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1E93F-623B-41B8-8CD5-9DFE92A420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88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EB89E20-0A05-4DE2-6D0C-5E189CB44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5BB5221-E780-7367-42AC-E7E29A5F3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0B5954-EAC0-EE42-7544-FD0B086F4D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891911-3931-4E80-94FC-8F8AA08FBBBB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6102C1-CA3E-4D65-B639-990FEDCA0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2DB212-A03D-A87D-420A-D2C2CA74C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1E93F-623B-41B8-8CD5-9DFE92A420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3117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台灣風力發電現況與關鍵零組件技術發展趨勢分析- 地中海亞洲海洋聯盟">
            <a:extLst>
              <a:ext uri="{FF2B5EF4-FFF2-40B4-BE49-F238E27FC236}">
                <a16:creationId xmlns:a16="http://schemas.microsoft.com/office/drawing/2014/main" id="{DB64B67B-FB52-2014-4627-3F981607E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530" y="166284"/>
            <a:ext cx="2657475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B3E3F27-AF7D-0209-1CCC-85DEACCD4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67" y="896366"/>
            <a:ext cx="2218493" cy="2119313"/>
          </a:xfrm>
          <a:prstGeom prst="rect">
            <a:avLst/>
          </a:prstGeom>
        </p:spPr>
      </p:pic>
      <p:sp>
        <p:nvSpPr>
          <p:cNvPr id="9" name="箭號: 向左 8">
            <a:extLst>
              <a:ext uri="{FF2B5EF4-FFF2-40B4-BE49-F238E27FC236}">
                <a16:creationId xmlns:a16="http://schemas.microsoft.com/office/drawing/2014/main" id="{88B01F1B-5F0A-5DC8-7C56-364DED445593}"/>
              </a:ext>
            </a:extLst>
          </p:cNvPr>
          <p:cNvSpPr/>
          <p:nvPr/>
        </p:nvSpPr>
        <p:spPr>
          <a:xfrm rot="20349562">
            <a:off x="2607081" y="1303644"/>
            <a:ext cx="1630392" cy="4485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1ADB181-63B0-84F2-B84F-F1A3953E0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63" y="3906963"/>
            <a:ext cx="2767765" cy="201368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3F8BE95F-4EC8-8BA8-A3D1-D06E2255EC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587" y="4144618"/>
            <a:ext cx="3083747" cy="1726032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3A78E25D-3726-8D7E-76FC-101AF60147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8258" y="431687"/>
            <a:ext cx="4185107" cy="141868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C56BB9D7-AF27-3722-EF83-9CEFB3F99E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1128" y="2644825"/>
            <a:ext cx="2767765" cy="2268981"/>
          </a:xfrm>
          <a:prstGeom prst="rect">
            <a:avLst/>
          </a:prstGeom>
        </p:spPr>
      </p:pic>
      <p:sp>
        <p:nvSpPr>
          <p:cNvPr id="18" name="箭號: 向左 17">
            <a:extLst>
              <a:ext uri="{FF2B5EF4-FFF2-40B4-BE49-F238E27FC236}">
                <a16:creationId xmlns:a16="http://schemas.microsoft.com/office/drawing/2014/main" id="{B6447445-499A-D202-E359-A51823A5BBC7}"/>
              </a:ext>
            </a:extLst>
          </p:cNvPr>
          <p:cNvSpPr/>
          <p:nvPr/>
        </p:nvSpPr>
        <p:spPr>
          <a:xfrm rot="18420373">
            <a:off x="3283964" y="2865789"/>
            <a:ext cx="1630392" cy="4485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箭號: 向左 18">
            <a:extLst>
              <a:ext uri="{FF2B5EF4-FFF2-40B4-BE49-F238E27FC236}">
                <a16:creationId xmlns:a16="http://schemas.microsoft.com/office/drawing/2014/main" id="{C296138E-6077-52A6-D6BE-5E67A7FB1291}"/>
              </a:ext>
            </a:extLst>
          </p:cNvPr>
          <p:cNvSpPr/>
          <p:nvPr/>
        </p:nvSpPr>
        <p:spPr>
          <a:xfrm rot="15998628">
            <a:off x="5139152" y="2712120"/>
            <a:ext cx="1630392" cy="4485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箭號: 向左 19">
            <a:extLst>
              <a:ext uri="{FF2B5EF4-FFF2-40B4-BE49-F238E27FC236}">
                <a16:creationId xmlns:a16="http://schemas.microsoft.com/office/drawing/2014/main" id="{25E39D7D-E1DB-8529-83DB-E6274C6E09D0}"/>
              </a:ext>
            </a:extLst>
          </p:cNvPr>
          <p:cNvSpPr/>
          <p:nvPr/>
        </p:nvSpPr>
        <p:spPr>
          <a:xfrm rot="13693420">
            <a:off x="6974668" y="2489095"/>
            <a:ext cx="1630392" cy="4485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左 20">
            <a:extLst>
              <a:ext uri="{FF2B5EF4-FFF2-40B4-BE49-F238E27FC236}">
                <a16:creationId xmlns:a16="http://schemas.microsoft.com/office/drawing/2014/main" id="{D27DD035-E433-614E-D11F-BA727669CCA2}"/>
              </a:ext>
            </a:extLst>
          </p:cNvPr>
          <p:cNvSpPr/>
          <p:nvPr/>
        </p:nvSpPr>
        <p:spPr>
          <a:xfrm rot="12763988">
            <a:off x="7046527" y="604581"/>
            <a:ext cx="826041" cy="4485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197FDC2-36AF-3811-51F5-02E478518706}"/>
              </a:ext>
            </a:extLst>
          </p:cNvPr>
          <p:cNvSpPr txBox="1"/>
          <p:nvPr/>
        </p:nvSpPr>
        <p:spPr>
          <a:xfrm>
            <a:off x="-39713" y="301567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Real-time Information Dashboard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F4BDCDA-F3C5-5D25-B407-DCFC7297CBCA}"/>
              </a:ext>
            </a:extLst>
          </p:cNvPr>
          <p:cNvSpPr txBox="1"/>
          <p:nvPr/>
        </p:nvSpPr>
        <p:spPr>
          <a:xfrm>
            <a:off x="534838" y="6104093"/>
            <a:ext cx="6142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Walrus Statistics Visualization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CCBD0DCA-4BED-4FA9-573A-F836404B62AF}"/>
              </a:ext>
            </a:extLst>
          </p:cNvPr>
          <p:cNvSpPr txBox="1"/>
          <p:nvPr/>
        </p:nvSpPr>
        <p:spPr>
          <a:xfrm>
            <a:off x="5124090" y="5998533"/>
            <a:ext cx="6142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Historical data search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953D391-CE47-88CD-CCEC-102B929E4C28}"/>
              </a:ext>
            </a:extLst>
          </p:cNvPr>
          <p:cNvSpPr txBox="1"/>
          <p:nvPr/>
        </p:nvSpPr>
        <p:spPr>
          <a:xfrm>
            <a:off x="8195094" y="1904045"/>
            <a:ext cx="6142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ESG Green Energy Benefit Calculator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8BA4996C-ECB1-D5CD-6ABE-58D227208BCD}"/>
              </a:ext>
            </a:extLst>
          </p:cNvPr>
          <p:cNvSpPr txBox="1"/>
          <p:nvPr/>
        </p:nvSpPr>
        <p:spPr>
          <a:xfrm>
            <a:off x="8328514" y="5041689"/>
            <a:ext cx="7214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Maintenance and Inspection Records</a:t>
            </a:r>
          </a:p>
        </p:txBody>
      </p:sp>
    </p:spTree>
    <p:extLst>
      <p:ext uri="{BB962C8B-B14F-4D97-AF65-F5344CB8AC3E}">
        <p14:creationId xmlns:p14="http://schemas.microsoft.com/office/powerpoint/2010/main" val="119332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寬螢幕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a0937106625@gmail.com</dc:creator>
  <cp:lastModifiedBy>a0937106625@gmail.com</cp:lastModifiedBy>
  <cp:revision>1</cp:revision>
  <dcterms:created xsi:type="dcterms:W3CDTF">2026-06-27T11:15:22Z</dcterms:created>
  <dcterms:modified xsi:type="dcterms:W3CDTF">2026-06-27T11:15:34Z</dcterms:modified>
</cp:coreProperties>
</file>